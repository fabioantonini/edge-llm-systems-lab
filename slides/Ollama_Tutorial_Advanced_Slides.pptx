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Ollama Tutorial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Running Open-Source LLMs Locally (CPU) + APIs + RAG + Docker Classroom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Install and configure Ollama on a laptop</a:t>
            </a:r>
          </a:p>
          <a:p>
            <a:pPr>
              <a:defRPr sz="2400"/>
            </a:pPr>
            <a:r>
              <a:t>Run CPU-friendly open-source LLMs locally</a:t>
            </a:r>
          </a:p>
          <a:p>
            <a:pPr>
              <a:defRPr sz="2400"/>
            </a:pPr>
            <a:r>
              <a:t>Call Ollama programmatically via REST APIs from Python</a:t>
            </a:r>
          </a:p>
          <a:p>
            <a:pPr>
              <a:defRPr sz="2400"/>
            </a:pPr>
            <a:r>
              <a:t>Build a minimal local RAG pipeline (embeddings + vector search + LLM)</a:t>
            </a:r>
          </a:p>
          <a:p>
            <a:pPr>
              <a:defRPr sz="2400"/>
            </a:pPr>
            <a:r>
              <a:t>Benchmark latency/CPU/RAM and understand trade-offs</a:t>
            </a:r>
          </a:p>
          <a:p>
            <a:pPr>
              <a:defRPr sz="2400"/>
            </a:pPr>
            <a:r>
              <a:t>Use a Docker Compose stack for reproducible classroom labs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Ollama?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Local runtime for open-source LLMs (offline capable)</a:t>
            </a:r>
          </a:p>
          <a:p>
            <a:pPr>
              <a:defRPr sz="2400"/>
            </a:pPr>
            <a:r>
              <a:t>Simple CLI: pull/run models in one command</a:t>
            </a:r>
          </a:p>
          <a:p>
            <a:pPr>
              <a:defRPr sz="2400"/>
            </a:pPr>
            <a:r>
              <a:t>Built-in REST API on port 11434</a:t>
            </a:r>
          </a:p>
          <a:p>
            <a:pPr>
              <a:defRPr sz="2400"/>
            </a:pPr>
            <a:r>
              <a:t>Works on CPU (quantized models) and GPU (optional)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Local LLMs in Engineering Education?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No API keys and no per-token costs</a:t>
            </a:r>
          </a:p>
          <a:p>
            <a:pPr>
              <a:defRPr sz="2400"/>
            </a:pPr>
            <a:r>
              <a:t>Reproducible labs and offline operation</a:t>
            </a:r>
          </a:p>
          <a:p>
            <a:pPr>
              <a:defRPr sz="2400"/>
            </a:pPr>
            <a:r>
              <a:t>Makes compute constraints observable (latency, RAM, CPU load)</a:t>
            </a:r>
          </a:p>
          <a:p>
            <a:pPr>
              <a:defRPr sz="2400"/>
            </a:pPr>
            <a:r>
              <a:t>Encourages experimentation with models and parameters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CPU-Friendly Model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llama3.2:3b — balanced quality/speed</a:t>
            </a:r>
          </a:p>
          <a:p>
            <a:pPr>
              <a:defRPr sz="2400"/>
            </a:pPr>
            <a:r>
              <a:t>phi — very lightweight</a:t>
            </a:r>
          </a:p>
          <a:p>
            <a:pPr>
              <a:defRPr sz="2400"/>
            </a:pPr>
            <a:r>
              <a:t>gemma:2b — efficient</a:t>
            </a:r>
          </a:p>
          <a:p>
            <a:pPr>
              <a:defRPr sz="2400"/>
            </a:pPr>
            <a:r>
              <a:t>qwen2.5:3b — strong multilingual baseline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Installation &amp; First Run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Install from ollama.com (Windows/Mac/Linux)</a:t>
            </a:r>
          </a:p>
          <a:p>
            <a:pPr>
              <a:defRPr sz="2400"/>
            </a:pPr>
            <a:r>
              <a:t>Verify: ollama --version</a:t>
            </a:r>
          </a:p>
          <a:p>
            <a:pPr>
              <a:defRPr sz="2400"/>
            </a:pPr>
            <a:r>
              <a:t>Pull a model: ollama pull llama3.2:3b</a:t>
            </a:r>
          </a:p>
          <a:p>
            <a:pPr>
              <a:defRPr sz="2400"/>
            </a:pPr>
            <a:r>
              <a:t>Run interactively: ollama run llama3.2:3b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(Local LLM + API + Notebook)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237744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Student</a:t>
            </a:r>
          </a:p>
          <a:p>
            <a:r>
              <a:t>(Jupyter Notebook)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463040"/>
            <a:ext cx="237744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Ollama REST API</a:t>
            </a:r>
          </a:p>
          <a:p>
            <a:r>
              <a:t>:11434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237744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Quantized LLM</a:t>
            </a:r>
          </a:p>
          <a:p>
            <a:r>
              <a:t>(CPU inference)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017520" y="1737360"/>
            <a:ext cx="731520" cy="36576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Arrow 6"/>
          <p:cNvSpPr/>
          <p:nvPr/>
        </p:nvSpPr>
        <p:spPr>
          <a:xfrm>
            <a:off x="5852160" y="1737360"/>
            <a:ext cx="731520" cy="36576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Ollama REST API (Core Endpoints)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GET /  → quick health check</a:t>
            </a:r>
          </a:p>
          <a:p>
            <a:pPr>
              <a:defRPr sz="2400"/>
            </a:pPr>
            <a:r>
              <a:t>POST /api/generate  → single-turn generation</a:t>
            </a:r>
          </a:p>
          <a:p>
            <a:pPr>
              <a:defRPr sz="2400"/>
            </a:pPr>
            <a:r>
              <a:t>POST /api/chat      → multi-turn chat with roles</a:t>
            </a:r>
          </a:p>
          <a:p>
            <a:pPr>
              <a:defRPr sz="2400"/>
            </a:pPr>
            <a:r>
              <a:t>Use JSON payloads (model, prompt/messages, stream=false)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Integration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Use requests/httpx to call Ollama endpoints</a:t>
            </a:r>
          </a:p>
          <a:p>
            <a:pPr>
              <a:defRPr sz="2400"/>
            </a:pPr>
            <a:r>
              <a:t>Wrap calls in helper functions (generate/chat)</a:t>
            </a:r>
          </a:p>
          <a:p>
            <a:pPr>
              <a:defRPr sz="2400"/>
            </a:pPr>
            <a:r>
              <a:t>Add timeouts and error handling</a:t>
            </a:r>
          </a:p>
          <a:p>
            <a:pPr>
              <a:defRPr sz="2400"/>
            </a:pPr>
            <a:r>
              <a:t>Optional: log prompts, latency, and outputs for grading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RAG: Retrieval-Augmented Generation (Local)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Embed documents locally (sentence-transformers, CPU)</a:t>
            </a:r>
          </a:p>
          <a:p>
            <a:pPr>
              <a:defRPr sz="2400"/>
            </a:pPr>
            <a:r>
              <a:t>Store embeddings in ChromaDB (local vector DB)</a:t>
            </a:r>
          </a:p>
          <a:p>
            <a:pPr>
              <a:defRPr sz="2400"/>
            </a:pPr>
            <a:r>
              <a:t>Retrieve top-k relevant chunks for a question</a:t>
            </a:r>
          </a:p>
          <a:p>
            <a:pPr>
              <a:defRPr sz="2400"/>
            </a:pPr>
            <a:r>
              <a:t>Compose a grounded prompt: context + question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Benchmarking 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Measure latency per prompt (time.time)</a:t>
            </a:r>
          </a:p>
          <a:p>
            <a:pPr>
              <a:defRPr sz="2400"/>
            </a:pPr>
            <a:r>
              <a:t>Capture system usage snapshots (psutil CPU/RAM)</a:t>
            </a:r>
          </a:p>
          <a:p>
            <a:pPr>
              <a:defRPr sz="2400"/>
            </a:pPr>
            <a:r>
              <a:t>Compare models and generation settings (temperature)</a:t>
            </a:r>
          </a:p>
          <a:p>
            <a:pPr>
              <a:defRPr sz="2400"/>
            </a:pPr>
            <a:r>
              <a:t>Discuss trade-offs: model size vs quality vs speed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 Compose Classroom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8046720" cy="42062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r>
              <a:t>Docker network (compose)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347472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ollama_server</a:t>
            </a:r>
          </a:p>
          <a:p>
            <a:pPr algn="ctr">
              <a:defRPr sz="1600"/>
            </a:pPr>
            <a:r>
              <a:t>Image: ollama/ollama</a:t>
            </a:r>
          </a:p>
          <a:p>
            <a:pPr algn="ctr">
              <a:defRPr sz="1600"/>
            </a:pPr>
            <a:r>
              <a:t>Port: 11434</a:t>
            </a:r>
          </a:p>
          <a:p>
            <a:pPr algn="ctr">
              <a:defRPr sz="1600"/>
            </a:pPr>
            <a:r>
              <a:t>Volume: ollama_models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2011680"/>
            <a:ext cx="347472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ollama_notebooks</a:t>
            </a:r>
          </a:p>
          <a:p>
            <a:pPr algn="ctr">
              <a:defRPr sz="1600"/>
            </a:pPr>
            <a:r>
              <a:t>JupyterLab :8888</a:t>
            </a:r>
          </a:p>
          <a:p>
            <a:pPr algn="ctr">
              <a:defRPr sz="1600"/>
            </a:pPr>
            <a:r>
              <a:t>Python libs: chroma, sbert</a:t>
            </a:r>
          </a:p>
          <a:p>
            <a:pPr algn="ctr">
              <a:defRPr sz="1600"/>
            </a:pPr>
            <a:r>
              <a:t>Host volume: student_work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297680" y="2743200"/>
            <a:ext cx="365760" cy="36576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Notebook calls Ollama via http://ollama:11434 (service hostname inside compose).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Ollama vs Cloud APIs (OpenAI, etc.)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Local: privacy, offline, predictable cost, slower on CPU</a:t>
            </a:r>
          </a:p>
          <a:p>
            <a:pPr>
              <a:defRPr sz="2400"/>
            </a:pPr>
            <a:r>
              <a:t>Cloud: higher quality and speed, easy scaling, costs per usage</a:t>
            </a:r>
          </a:p>
          <a:p>
            <a:pPr>
              <a:defRPr sz="2400"/>
            </a:pPr>
            <a:r>
              <a:t>Best practice: choose per use case (latency, privacy, budget)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CPU inference can be slow for larger models</a:t>
            </a:r>
          </a:p>
          <a:p>
            <a:pPr>
              <a:defRPr sz="2400"/>
            </a:pPr>
            <a:r>
              <a:t>Prefer smaller quantized models for labs</a:t>
            </a:r>
          </a:p>
          <a:p>
            <a:pPr>
              <a:defRPr sz="2400"/>
            </a:pPr>
            <a:r>
              <a:t>Use RAG for domain knowledge instead of huge prompts</a:t>
            </a:r>
          </a:p>
          <a:p>
            <a:pPr>
              <a:defRPr sz="2400"/>
            </a:pPr>
            <a:r>
              <a:t>Keep prompts structured; evaluate outputs critically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